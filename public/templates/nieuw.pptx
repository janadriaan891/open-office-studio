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Titel van de presentatie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Voeg een ondertitel toe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