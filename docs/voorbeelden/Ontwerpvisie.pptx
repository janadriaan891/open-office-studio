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Introductie: een open basis voor goed werk. Bespreek de samenhang tussen ruimte, materiaal en samenwerking.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283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1143000"/>
            <a:ext cx="2286000" cy="3474720"/>
          </a:xfrm>
          <a:prstGeom prst="rect">
            <a:avLst/>
          </a:prstGeom>
          <a:solidFill>
            <a:srgbClr val="425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1160" y="1965960"/>
            <a:ext cx="2286000" cy="3474720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4114800"/>
            <a:ext cx="2286000" cy="1325880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6400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A95606"/>
                </a:solidFill>
                <a:latin typeface="Calibri"/>
              </a:defRPr>
            </a:pPr>
            <a:r>
              <a:t>OPENAEC  /  ONTWERPVISIE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13232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400" b="1">
                <a:solidFill>
                  <a:srgbClr val="28384B"/>
                </a:solidFill>
                <a:latin typeface="Calibri"/>
              </a:defRPr>
            </a:pPr>
            <a:r>
              <a:t>Samen ruimte</a:t>
            </a:r>
          </a:p>
          <a:p>
            <a:pPr>
              <a:defRPr sz="4400" b="1">
                <a:solidFill>
                  <a:srgbClr val="28384B"/>
                </a:solidFill>
                <a:latin typeface="Calibri"/>
              </a:defRPr>
            </a:pPr>
            <a:r>
              <a:t>maken.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65836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718094"/>
                </a:solidFill>
                <a:latin typeface="Calibri"/>
              </a:defRPr>
            </a:pPr>
            <a:r>
              <a:t>Van een helder idee naar een</a:t>
            </a:r>
          </a:p>
          <a:p>
            <a:pPr>
              <a:defRPr sz="2100" b="0">
                <a:solidFill>
                  <a:srgbClr val="718094"/>
                </a:solidFill>
                <a:latin typeface="Calibri"/>
              </a:defRPr>
            </a:pPr>
            <a:r>
              <a:t>werkplek die blijft werken.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15000"/>
            <a:ext cx="594360" cy="45720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5596128"/>
            <a:ext cx="5486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718094"/>
                </a:solidFill>
                <a:latin typeface="Calibri"/>
              </a:defRPr>
            </a:pPr>
            <a:r>
              <a:t>01    EEN OPEN BASIS VOOR GOED WERK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A95606"/>
                </a:solidFill>
                <a:latin typeface="Calibri"/>
              </a:defRPr>
            </a:pPr>
            <a:r>
              <a:t>OPENAEC  /  ONTWERPVISIE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28384B"/>
                </a:solidFill>
                <a:latin typeface="Calibri"/>
              </a:defRPr>
            </a:pPr>
            <a:r>
              <a:t>Drie uitgangspunten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0">
                <a:solidFill>
                  <a:srgbClr val="718094"/>
                </a:solidFill>
                <a:latin typeface="Calibri"/>
              </a:defRPr>
            </a:pPr>
            <a:r>
              <a:t>Van ambitie naar ontwerpkeuzes.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Ruimte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Rust, licht en een heldere indeling.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Materiaal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Herbruikbaar en zorgvuldig gekozen.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Samenwerking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Open kennis en duidelijke afspraken.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91440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718094"/>
                </a:solidFill>
                <a:latin typeface="Calibri"/>
              </a:defRPr>
            </a:pPr>
            <a:r>
              <a:t>02    SAMEN RUIMTE MAKEN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A95606"/>
                </a:solidFill>
                <a:latin typeface="Calibri"/>
              </a:defRPr>
            </a:pPr>
            <a:r>
              <a:t>OPENAEC  /  ONTWERPVISIE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28384B"/>
                </a:solidFill>
                <a:latin typeface="Calibri"/>
              </a:defRPr>
            </a:pPr>
            <a:r>
              <a:t>Van idee naar uitvoering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0">
                <a:solidFill>
                  <a:srgbClr val="718094"/>
                </a:solidFill>
                <a:latin typeface="Calibri"/>
              </a:defRPr>
            </a:pPr>
            <a:r>
              <a:t>Een overzichtelijk proces in drie stappen.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01  Verkennen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Onderzoek de behoefte en verzamel inzichten.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02  Uitwerken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Maak varianten en bespreek de afwegingen.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03  Realiseren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Leg besluiten vast en bewaak de kwaliteit.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91440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718094"/>
                </a:solidFill>
                <a:latin typeface="Calibri"/>
              </a:defRPr>
            </a:pPr>
            <a:r>
              <a:t>03    SAMEN RUIMTE MAKEN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Samen ruimte maken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